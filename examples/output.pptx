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基于 EtherCAT 的工业机器人控制系统研究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457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硕士学位论文答辩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4457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CD8E8"/>
                </a:solidFill>
                <a:latin typeface="Microsoft YaHei"/>
              </a:defRPr>
            </a:pPr>
            <a:r>
              <a:t>张三  |  2026年5月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57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1.  研究背景与意义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2.  国内外研究现状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3.  系统总体设计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4.  EtherCAT 通信实现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5.  运动控制算法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6.  实验验证与分析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7. 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5028" cy="45720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0057B8"/>
                </a:solidFill>
                <a:latin typeface="Microsoft YaHei"/>
              </a:defRPr>
            </a:pPr>
            <a:r>
              <a:t>【配图】</a:t>
            </a:r>
            <a:br/>
            <a:r>
              <a:t>工业机器人产线应用场景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2216" y="1371600"/>
            <a:ext cx="548502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工业机器人是智能制造核心装备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实时通信决定控制性能上限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EtherCAT 具备微秒级同步精度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传统总线难以满足多轴同步需求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国内外研究现状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国外：Beckhoff、KUKA 已成熟应用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国内：从跟随到逐步自主可控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开源方案 IgH Master 功能有限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缺乏面向机器人的完整解决方案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9445752" cy="48006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0057B8"/>
                </a:solidFill>
                <a:latin typeface="Microsoft YaHei"/>
              </a:defRPr>
            </a:pPr>
            <a:r>
              <a:t>系统总体架构框图 三层结构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19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  上位机 → EtherCAT 主站 → 从站设备</a:t>
            </a:r>
          </a:p>
          <a:p>
            <a:pPr algn="l">
              <a:spcAft>
                <a:spcPts val="84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  主站：基于 IgH EtherCAT Master</a:t>
            </a:r>
          </a:p>
          <a:p>
            <a:pPr algn="l">
              <a:spcAft>
                <a:spcPts val="840"/>
              </a:spcAft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  从站：伺服驱动器 + I/O 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EtherCAT 通信设计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502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基于 IgH Master 1.5.2 开发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PDO 映射实现过程数据交换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DC 时钟同步精度 &lt; 100ns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通信周期 1ms，抖动 &lt; 50μs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2216" y="1371600"/>
            <a:ext cx="5485028" cy="45720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0057B8"/>
                </a:solidFill>
                <a:latin typeface="Microsoft YaHei"/>
              </a:defRPr>
            </a:pPr>
            <a:r>
              <a:t>【配图】</a:t>
            </a:r>
            <a:br/>
            <a:r>
              <a:t>EtherCAT 数据帧结构与通信时序图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运动控制算法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梯形速度规划 + S曲线平滑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前馈 + PID 复合控制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重力补偿提升轨迹精度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多轴协调插补算法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实验平台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5028" cy="45720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0057B8"/>
                </a:solidFill>
                <a:latin typeface="Microsoft YaHei"/>
              </a:defRPr>
            </a:pPr>
            <a:r>
              <a:t>【配图】</a:t>
            </a:r>
            <a:br/>
            <a:r>
              <a:t>实验平台实物照片与设备连接图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2216" y="1371600"/>
            <a:ext cx="548502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六自由度工业机器人本体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倍福伺服驱动器 + 电机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Intel x86 实时内核 Linux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激光跟踪仪精度标定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通信性能测试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37719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0057B8"/>
                </a:solidFill>
                <a:latin typeface="Microsoft YaHei"/>
              </a:defRPr>
            </a:pPr>
            <a:r>
              <a:t>通信周期抖动分布直方图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89219"/>
            <a:ext cx="10725912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通信周期 1ms 稳定运行 &gt; 24h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同步抖动 &lt; 50μs（优于设计目标）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丢包率 0%（100万帧测试）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轨迹跟踪精度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37719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0057B8"/>
                </a:solidFill>
                <a:latin typeface="Microsoft YaHei"/>
              </a:defRPr>
            </a:pPr>
            <a:r>
              <a:t>轨迹跟踪误差曲线对比图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89219"/>
            <a:ext cx="10725912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直线轨迹误差 &lt; 0.3mm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圆弧轨迹误差 &lt; 0.5mm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重复定位精度 ±0.02mm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总结与创新点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设计完整的 EtherCAT 机器人控制系统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实现 &lt; 50μs 同步抖动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提出重力补偿复合控制方法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轨迹精度满足工业应用要求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057B8"/>
                </a:solidFill>
                <a:latin typeface="Microsoft YaHei"/>
              </a:defRPr>
            </a:pPr>
            <a:r>
              <a:t>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引入视觉伺服实现智能抓取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基于学习的参数自适应整定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多机器人协同控制</a:t>
            </a:r>
          </a:p>
          <a:p>
            <a:pPr algn="l">
              <a:spcAft>
                <a:spcPts val="1080"/>
              </a:spcAft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  功能安全与 SIL 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请各位老师批评指正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